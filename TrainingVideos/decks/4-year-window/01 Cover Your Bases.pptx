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COVER YOUR BASES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30 days after the check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 separate account for tax money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High interest debt to zero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Three to six months saved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trap specific to this job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AFTER THE CHECK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Two reps sell the same deals for four years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They finish in completely different places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gap opens in the 30 days after each check lands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Three things, in this order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Skipping ahead is how the money disappears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TAX MONEY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 are on a 1099 and nobody withholds anything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day a check lands, a fixed percent moves out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Into a savings account you never touch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25% to 35% is where reps commonly land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Your CPA sets the real number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Setting it high is the safe error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KILL THE DEBT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Paying off a card at 19% is a guaranteed 19% return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Nothing else in this course is guaranteed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Minimums on everything, every extra dollar at one target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When it clears, that payment rolls to the next one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 into your lifestyle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THREE TO SIX MONTHS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January does not look like July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Reps who can cover a slow stretch make different calls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Those calls are worth real money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Fund it once, then leave it alone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TRAP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 big month covers a payment you could not afford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So you take on the payment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Truck, watch, boat, second truck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Fixed obligations bought with variable money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obligation stays when the month does not repeat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Tax account first, 25% to 35% off every check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High interest debt to zero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Three to six months of expenses saved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In that order, before anything else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Never buy fixed payments with variable money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EDUCATION ONLY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Nothing here is financial, tax, investment, or legal advice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Grow does not recommend any account, fund, entity, or property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Every number is illustrative and 8% is not a promise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Talk to your own CPA, lender, and licensed advisor first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GROW MARKETING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Cover Your Bases</dc:title>
  <dc:subject>PptxGenJS Presentation</dc:subject>
  <dc:creator>Grow</dc:creator>
  <cp:lastModifiedBy>Grow</cp:lastModifiedBy>
  <cp:revision>1</cp:revision>
  <dcterms:created xsi:type="dcterms:W3CDTF">2026-09-29T20:53:44Z</dcterms:created>
  <dcterms:modified xsi:type="dcterms:W3CDTF">2026-09-29T20:53:44Z</dcterms:modified>
</cp:coreProperties>
</file>