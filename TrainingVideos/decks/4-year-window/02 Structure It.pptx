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STRUCTURE IT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are a business already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Shoot for $60,000 net profit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Why that number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deadline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How to set it up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already has a tax guy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lender trap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 ARE A BUSINESS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Whether you filed anything or not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At some income, being an S Corp saves real money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Below that income, it costs more than it saves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This deck tells you where the line is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SHOOT FOR THIS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$60,000 net profit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Net profit is what is left after business expenses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 what you grossed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Around $60K the savings clearly beat the overhead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By $80K it is not a close call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Below $45K it is usually a losing trade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 DEALS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8 to 9 deals a week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week, for a full year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At a $230 commission and an 80% install rate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That is the bar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WHY $60,000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Sole proprietor: every dollar of net profit gets SE tax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Self employment tax is about 15.3%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 Corp: salary still gets it, distributions do not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save roughly 15.3% of the distribution half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pay for a payroll service and a second return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Around $60K, what you save clearly beats what you pay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AT EACH INCOME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$40,000 net: about $1,800 saved, overhead eats 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$50,000 net: about $2,300 saved, a few hundred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$60,000 net: about $3,100 saved, roughly $1,500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$80,000 net: about $4,600 saved, roughly $3,000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$150,000 net: about $9,900 saved, roughly $8,300 ahead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DEADLINE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Form 2553 is the actual election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Due about two and a half months into the tax year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March 15 for a calendar year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cannot go back and fix a big year after it closes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Decide in January, file by March 15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HOW TO SET IT UP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Form an LLC in your state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legal container, not the tax election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Get an EIN from the IRS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Free, online, minutes. Never pay for this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File Form 2553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step people forget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THEN KEEP IT CLEAN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 your salary with a CPA, then run real payroll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Write down how you got the number and keep it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An S Corp paying no salary is one of the most audited things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Separate bank account, no personal spending from 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S Corp files its own return every year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That is the ongoing cost, and why the threshold exists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 HAVE A TAX GUY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already works with one who handles this for reps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About $600 to set the S Corp up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About $1,000 a year after that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Ask your manager for the intro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LENDER TRAP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Deductions lower your tax bill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They also lower the income a lender will count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Lenders read your returns, not your commission statements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Optimize hard in years one and two, no house in year three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CPA before you file, not after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$60,000 net profit is where the S Corp pays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8 to 9 deals a week for a full year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File Form 2553 by March 15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LLC, EIN, election, salary, payroll, separate account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has a tax guy, ask your manager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Deductions and mortgages fight each other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EDUCATION ONLY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here is financial, tax, investment, or legal advice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does not recommend any account, fund, entity, or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number is illustrative and 8% is not a promise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own CPA, lender, and licensed advisor first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MARKETING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Structure It</dc:title>
  <dc:subject>PptxGenJS Presentation</dc:subject>
  <dc:creator>Grow</dc:creator>
  <cp:lastModifiedBy>Grow</cp:lastModifiedBy>
  <cp:revision>1</cp:revision>
  <dcterms:created xsi:type="dcterms:W3CDTF">2026-09-29T20:53:44Z</dcterms:created>
  <dcterms:modified xsi:type="dcterms:W3CDTF">2026-09-29T20:53:44Z</dcterms:modified>
</cp:coreProperties>
</file>