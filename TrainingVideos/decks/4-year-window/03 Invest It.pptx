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7729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1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INVEST IT</a:t>
            </a:r>
            <a:endParaRPr lang="en-US" sz="9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boring part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order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Spread beats picking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Automate it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Where reps lose money early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BORING PART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Usually the biggest number at the end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No tenants, no repairs, no closing costs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You can start this month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With whatever is left after the first two steps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ORDER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Tax money moving out automatically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High interest debt cleared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Three to six months saved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Tax advantaged retirement accounts</a:t>
            </a:r>
            <a:endParaRPr lang="en-US" sz="2600" dirty="0"/>
          </a:p>
          <a:p>
            <a:pPr algn="l" lvl="1" marL="685800" indent="-342900">
              <a:spcAft>
                <a:spcPts val="1000"/>
              </a:spcAft>
              <a:buSzPct val="100000"/>
              <a:buChar char="○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Self employed options have high limits, your CPA picks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Taxable brokerage, automated</a:t>
            </a:r>
            <a:endParaRPr lang="en-US" sz="2600" dirty="0"/>
          </a:p>
          <a:p>
            <a:pPr algn="l" lvl="1" marL="685800" indent="-342900">
              <a:spcAft>
                <a:spcPts val="1000"/>
              </a:spcAft>
              <a:buSzPct val="100000"/>
              <a:buChar char="○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No contribution limit, fully liquid, runs without you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SPREAD BEATS PICKING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 broad low cost index fund holds thousands of companies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No single company can take you down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Fees compound against you like returns compound for you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Over 40 years the cost of a fund matters more than you think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AUTOMATE IT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Set the transfer for the day after commissions hit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 plan on motivation loses to a plan on a calendar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Set the amount where you can hold it through a slow quarter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Raise it after a good one, not before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WHERE REPS LOSE MONEY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Individual stocks picked off social media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Leveraged products that promise years in months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Both get marketed hardest to people who just started earning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If you have to watch it during the day, it is a second job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SUMMARY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Bases first, then retirement accounts, then brokerage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Broad low cost index funds, not stock picks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Automate the transfer, raise it after good quarters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If you have to watch it, it is a second job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EDUCATION ONLY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Nothing here is financial, tax, investment, or legal advice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Grow does not recommend any account, fund, entity, or property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Every number is illustrative and 8% is not a promise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Talk to your own CPA, lender, and licensed advisor first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7729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1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GROW MARKETING</a:t>
            </a:r>
            <a:endParaRPr lang="en-US" sz="9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 Invest It</dc:title>
  <dc:subject>PptxGenJS Presentation</dc:subject>
  <dc:creator>Grow</dc:creator>
  <cp:lastModifiedBy>Grow</cp:lastModifiedBy>
  <cp:revision>1</cp:revision>
  <dcterms:created xsi:type="dcterms:W3CDTF">2026-09-29T20:53:44Z</dcterms:created>
  <dcterms:modified xsi:type="dcterms:W3CDTF">2026-09-29T20:53:44Z</dcterms:modified>
</cp:coreProperties>
</file>