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1277295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spc="1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GROW IT</a:t>
            </a:r>
            <a:endParaRPr lang="en-US" sz="9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OVERVIEW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Property comes last for a reason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House hacking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BRRRR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Before you buy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Your four year plan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PROPERTY COMES LAST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The thing reps ask about first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The one with the most ways to get hurt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Almost all trace back to skipping the first three steps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Two structures worth knowing by name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HOUSE HACKING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Buy a 2 to 4 unit property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Live in one unit, rent the others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You qualify for owner occupied financing</a:t>
            </a:r>
            <a:endParaRPr lang="en-US" sz="2600" dirty="0"/>
          </a:p>
          <a:p>
            <a:pPr algn="l" lvl="1" marL="685800" indent="-342900">
              <a:spcAft>
                <a:spcPts val="1000"/>
              </a:spcAft>
              <a:buSzPct val="100000"/>
              <a:buChar char="○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Far smaller down payment than an investment property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The other units cover some or all of your housing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The most forgiving first purchase in your twenties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BRRRR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Buy, rehab, rent, refinance, repeat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Buy something underpriced because it needs work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Fix it, rent it, refinance on the new value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Pull your cash back out and do it again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Needs accurate renovation numbers and real reserves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And a lender lined up before you start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BEFORE YOU BUY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Structure set up and books clean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Tax money moving out automatically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High interest debt at zero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Reserves funded, kept separate from the down payment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A property bought before those four exist</a:t>
            </a:r>
            <a:endParaRPr lang="en-US" sz="2600" dirty="0"/>
          </a:p>
          <a:p>
            <a:pPr algn="l" lvl="1" marL="685800" indent="-342900">
              <a:spcAft>
                <a:spcPts val="1000"/>
              </a:spcAft>
              <a:buSzPct val="100000"/>
              <a:buChar char="○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Turns a slow season into a forced sale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YOUR FOUR YEAR PLAN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One question decides most of this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Not what you earn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How much leaves your account before you can spend it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$1,500 a month for four years is $72,000 in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Left alone at 8% from age 23, about $1.57M at 65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Every dollar you put in becomes about 22 dollars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SUMMARY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Property only after the first three steps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House hack first, it is the most forgiving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BRRRR works, and every part is harder than the whiteboard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Four things funded before you buy anything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What matters is what leaves before you can spend it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EDUCATION ONLY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Nothing here is financial, tax, investment, or legal advice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Grow does not recommend any account, fund, entity, or property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Every number is illustrative and 8% is not a promise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Talk to your own CPA, lender, and licensed advisor first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1277295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spc="1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GROW MARKETING</a:t>
            </a:r>
            <a:endParaRPr lang="en-US" sz="9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 Grow It</dc:title>
  <dc:subject>PptxGenJS Presentation</dc:subject>
  <dc:creator>Grow</dc:creator>
  <cp:lastModifiedBy>Grow</cp:lastModifiedBy>
  <cp:revision>1</cp:revision>
  <dcterms:created xsi:type="dcterms:W3CDTF">2026-09-29T20:53:44Z</dcterms:created>
  <dcterms:modified xsi:type="dcterms:W3CDTF">2026-09-29T20:53:44Z</dcterms:modified>
</cp:coreProperties>
</file>