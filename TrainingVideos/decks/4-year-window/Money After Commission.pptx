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MONEY AFTER COMMISSION</a:t>
            </a:r>
            <a:endParaRPr lang="en-US" sz="9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OVERVIEW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Setting aside tax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 Corp, when and how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Tracking expenses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Emergency fund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Investing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Real estate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What comes next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SETTING ASIDE TAX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Nothing is withheld from a 1099 check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Income tax plus 15.3% self employment tax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bill comes once a year, in April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Move 25% to 35% of every check the day it lands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Separate savings account, different bank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Pay April out of it, your CPA sets the percentage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 CORP: WHEN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Profit splits into salary and distributions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Salary pays the 15.3%, distributions do not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saving grows with your profit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Flat fee, $600 once then about $1,000 a year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Past a certain profit the saving beats the fee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File Form 2553 by March 15, not after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LINE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$40,000 net: behind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$50,000 net: a few hundred ahead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$60,000 net: about $1,500 ahead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$80,000 net: about $3,000 ahead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$150,000 net: about $8,300 ahead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line: about $60,000 net profit, after expenses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About 8 to 9 deals a week for a full year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 CORP: HOW IT WORKS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 tax election on an LLC, not a new company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You become an employee of your own business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Set a reasonable salary with your CPA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Run real payroll, a low salary gets audited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Deductions also lower what a lender counts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Buying a house soon, tell your CPA before filing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 CORP: SETTING IT UP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Form an LLC in your state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Get an EIN from the IRS, free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File Form 2553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Set the salary with your CPA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Run payroll through a payroll service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Separate business bank account, nothing personal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S Corp files its own return each year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TRACKING EXPENSES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 deduction only counts if you can show it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One business bank account and one business card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Nothing personal goes through them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Log mileage with an app, photo every receipt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Fifteen minutes a month to match the statement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Mileage, phone, gear, software, travel, meals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EMERGENCY FUND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Commission is uneven, the bills are not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Three to six months of expenses, its own account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 the tax account, not checking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 card at 18% or more gets paid off first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Fund it once and leave it alone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Refill it first after you use it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INVESTING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After tax, the fund, and any card debt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Retirement accounts first, Solo 401(k) or SEP IRA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Then a regular brokerage account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Broad, low cost index funds, automatic transfer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Hold through slow quarters, raise after strong ones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Stock picks off social media lose reps money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REAL ESTATE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Property comes after the base exists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Cash flow, appreciation, paydown, tax, leverage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House hacking: live in one unit, rent the rest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BRRRR: buy, rehab, rent, refinance, repeat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Lenders read two years of filed returns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Base first, reserves separate from the down payment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WHAT COMES NEXT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Once the base runs itself, the rest is yours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A business, a bigger property, a partnership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Fund it from surplus only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Decide the share in advance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Write down why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The quiz shows how you handle money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growsales.vercel.app/quiz.html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SUMMARY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25% to 35% of every check to a tax account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S Corp past $60,000 net, Form 2553 by March 15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Business account and card, mileage log, receipts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Three to six months saved before anything else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Index funds on an automatic transfer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growsales.vercel.app for the calculator and quiz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548640"/>
            <a:ext cx="10789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8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EDUCATION ONLY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13232" y="192024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Not financial, tax, investment, or legal advice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No account, fund, or property is recommended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Every number is illustrative and 8% is not a promise</a:t>
            </a:r>
            <a:endParaRPr lang="en-US" sz="2600" dirty="0"/>
          </a:p>
          <a:p>
            <a:pPr algn="l" marL="342900" indent="-342900">
              <a:spcAft>
                <a:spcPts val="1000"/>
              </a:spcAft>
              <a:buSzPct val="100000"/>
              <a:buChar char="●"/>
            </a:pPr>
            <a:r>
              <a:rPr lang="en-US" sz="2600" dirty="0">
                <a:solidFill>
                  <a:srgbClr val="FFFFFF"/>
                </a:solidFill>
                <a:latin typeface="Garet" pitchFamily="34" charset="0"/>
                <a:ea typeface="Garet" pitchFamily="34" charset="-122"/>
                <a:cs typeface="Garet" pitchFamily="34" charset="-120"/>
              </a:rPr>
              <a:t>Talk to your own CPA, lender, and advisor first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9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1277295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spc="100" kern="0" dirty="0">
                <a:solidFill>
                  <a:srgbClr val="FFFFFF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GROW MARKETING</a:t>
            </a:r>
            <a:endParaRPr lang="en-US" sz="9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6007608"/>
            <a:ext cx="1033272" cy="173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Money After Commission</dc:title>
  <dc:subject>PptxGenJS Presentation</dc:subject>
  <dc:creator>Grow</dc:creator>
  <cp:lastModifiedBy>Grow</cp:lastModifiedBy>
  <cp:revision>1</cp:revision>
  <dcterms:created xsi:type="dcterms:W3CDTF">2026-10-15T17:33:50Z</dcterms:created>
  <dcterms:modified xsi:type="dcterms:W3CDTF">2026-10-15T17:33:50Z</dcterms:modified>
</cp:coreProperties>
</file>